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win royal" userId="1633d96b02db1127" providerId="LiveId" clId="{3B7D1110-DB87-48D4-84E4-53BADF58CF30}"/>
    <pc:docChg chg="modSld">
      <pc:chgData name="ashwin royal" userId="1633d96b02db1127" providerId="LiveId" clId="{3B7D1110-DB87-48D4-84E4-53BADF58CF30}" dt="2026-06-15T03:26:59.122" v="15" actId="20577"/>
      <pc:docMkLst>
        <pc:docMk/>
      </pc:docMkLst>
      <pc:sldChg chg="modSp mod">
        <pc:chgData name="ashwin royal" userId="1633d96b02db1127" providerId="LiveId" clId="{3B7D1110-DB87-48D4-84E4-53BADF58CF30}" dt="2026-06-15T03:26:59.122" v="15" actId="20577"/>
        <pc:sldMkLst>
          <pc:docMk/>
          <pc:sldMk cId="0" sldId="256"/>
        </pc:sldMkLst>
        <pc:spChg chg="mod">
          <ac:chgData name="ashwin royal" userId="1633d96b02db1127" providerId="LiveId" clId="{3B7D1110-DB87-48D4-84E4-53BADF58CF30}" dt="2026-06-15T03:26:59.122" v="15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7455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828800"/>
            <a:ext cx="4206240" cy="420624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2926080"/>
            <a:ext cx="3840480" cy="3840480"/>
          </a:xfrm>
          <a:prstGeom prst="ellipse">
            <a:avLst/>
          </a:prstGeom>
          <a:solidFill>
            <a:srgbClr val="CADCFC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Management Platform (TMP)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 &amp; UI Integration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Ashwin Royal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06440" y="132588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544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40680" y="22951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 (UAS)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52360" y="132588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5544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2951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Service (TMS)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806440" y="30632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32918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403250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452360" y="30632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32918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86600" y="403250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microservices approach designed for scalability and fault tolerance.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/>
          <a:effectLst>
            <a:outerShdw blurRad="88900" dist="38100" dir="27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8660" y="20345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" y="216827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0136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· Port 8081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2203704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Service - manages identity, registration, and JWT issuance for secure access.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60020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/>
          <a:effectLst>
            <a:outerShdw blurRad="88900" dist="38100" dir="27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69180" y="20345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2911" y="216827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80136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 · Port 8082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623560" y="2203704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 Service - implements the core task management business logic.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33756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/>
          <a:effectLst>
            <a:outerShdw blurRad="88900" dist="38100" dir="27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08660" y="377190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91" y="390563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53872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63040" y="3941064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HTML, vanilla JavaScript, and Bootstrap power a responsive UI.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09160" y="333756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/>
          <a:effectLst>
            <a:outerShdw blurRad="88900" dist="38100" dir="27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869180" y="377190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2911" y="390563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353872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623560" y="3941064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 schema isolation - separate authdb and taskdb.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Design Approach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flows through four layers, from the HTTP boundary down to the database.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  <a:effectLst>
            <a:outerShdw blurRad="88900" dist="38100" dir="27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8660" y="15316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17" y="164477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90472"/>
            <a:ext cx="7086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Layer (Controllers)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1801368"/>
            <a:ext cx="7086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incoming HTTP requests, routing, and CORS configuration.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" y="2276856"/>
            <a:ext cx="7589520" cy="7315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  <a:effectLst>
            <a:outerShdw blurRad="88900" dist="38100" dir="27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37260" y="2391156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417" y="2504313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350008"/>
            <a:ext cx="6629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54480" y="2660904"/>
            <a:ext cx="6629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Houses the core business logic, fully isolated from HTTP and database concerns.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005840" y="3136392"/>
            <a:ext cx="7132320" cy="7315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  <a:effectLst>
            <a:outerShdw blurRad="88900" dist="38100" dir="27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1165860" y="3250692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9017" y="3363849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209544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783080" y="352044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with PostgreSQL via Spring Data JPA.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234440" y="3995928"/>
            <a:ext cx="6675120" cy="7315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  <a:effectLst>
            <a:outerShdw blurRad="88900" dist="38100" dir="27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1394460" y="411022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7617" y="4223385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011680" y="4069080"/>
            <a:ext cx="5715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&amp; DTO Layer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2011680" y="4379976"/>
            <a:ext cx="5715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strict separation between database models and client-facing responses.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request's journey from the browser to the database and back.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668780"/>
            <a:ext cx="0" cy="274320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401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40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344168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655064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calls the API via fetch(), attaching the user's JWT.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1259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125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029968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340864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validates the token statelessly - no server-side session required.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117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811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715768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026664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enforces @Valid DTO constraints on incoming data.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4975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497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3401568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712464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executes business logic while the repository queries the database.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1833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183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4087368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398264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JSON payload, or a structured error via GlobalException.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200400" cy="3200400"/>
          </a:xfrm>
          <a:prstGeom prst="ellipse">
            <a:avLst/>
          </a:prstGeom>
          <a:solidFill>
            <a:srgbClr val="0D9488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Patterns Used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patterns that keep the codebase clean, testable, and independently deployable.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2A36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8660" y="20345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" y="2168271"/>
            <a:ext cx="326898" cy="3268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80136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Pattern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63040" y="2203704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standard Spring Web MVC architecture for clean, predictable request handling.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160020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2A36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69180" y="20345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2911" y="2168271"/>
            <a:ext cx="326898" cy="3268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80136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Pattern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623560" y="2203704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API responses to prevent over-posting and hide the database schema.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33756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2A36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08660" y="377190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91" y="3905631"/>
            <a:ext cx="326898" cy="32689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53872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463040" y="3941064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Abstracts SQL operations into clean, reusable Java methods.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709160" y="333756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2A36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869180" y="377190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2911" y="3905631"/>
            <a:ext cx="326898" cy="32689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23560" y="353872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Auth (JWT)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623560" y="3941064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microservice verifies users independently - no shared server memory required.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</Words>
  <Application>Microsoft Office PowerPoint</Application>
  <PresentationFormat>On-screen Show (16:9)</PresentationFormat>
  <Paragraphs>59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Management Platform (TMP)</dc:title>
  <dc:subject>PptxGenJS Presentation</dc:subject>
  <dc:creator>TMP Team</dc:creator>
  <cp:lastModifiedBy>ashwin royal</cp:lastModifiedBy>
  <cp:revision>1</cp:revision>
  <dcterms:created xsi:type="dcterms:W3CDTF">2026-06-14T18:42:58Z</dcterms:created>
  <dcterms:modified xsi:type="dcterms:W3CDTF">2026-06-15T03:27:05Z</dcterms:modified>
</cp:coreProperties>
</file>